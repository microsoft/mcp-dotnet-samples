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8" /><Relationship Type="http://schemas.openxmlformats.org/officeDocument/2006/relationships/slide" Target="/ppt/slides/slide2.xml" Id="rId3" /><Relationship Type="http://schemas.openxmlformats.org/officeDocument/2006/relationships/presProps" Target="/ppt/presProp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4.xml" Id="rId5" /><Relationship Type="http://schemas.openxmlformats.org/officeDocument/2006/relationships/tableStyles" Target="/ppt/tableStyles.xml" Id="rId10" /><Relationship Type="http://schemas.openxmlformats.org/officeDocument/2006/relationships/slide" Target="/ppt/slides/slide3.xml" Id="rId4" /><Relationship Type="http://schemas.openxmlformats.org/officeDocument/2006/relationships/theme" Target="/ppt/theme/theme1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372C3-441B-A190-9134-474882B65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F11509-3F55-CF6B-C7C9-1E0773F32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10155-2CDE-17C2-6132-01585CB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54456-9528-B805-4C08-2A4A4E32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6FFBE-B31C-8514-5D08-A3784B8A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8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B0666-82EC-C696-0732-648CC6DF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EBB75-0D54-1C68-FBDE-7B8B2128A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6FF06-DA79-429C-D7DF-DF2F3C7C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2CC1CD-94A7-E39A-25D3-F7A5D398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D2BAB-7D04-4654-A3BA-043D6658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199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EC3B4-90AA-6516-6F9A-9CB96D22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4538E8-385B-7538-E709-7CE1F682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4D332-5780-C261-CD34-56A98F35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3ACE1-815A-B605-821B-8C54937B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50260-A979-35AD-8DEE-C1DC2E6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31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C80E4-EE92-7B2F-0AC1-4A0D09A8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FF6B8-19DF-034E-B646-154AC0F25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B1C61E-E598-19F6-38D7-F28E3D3F6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F1A19-43E3-D416-A131-A08A9319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545943-68BB-8710-3275-EC8DF029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425F0C-EBA3-9FC1-3B41-A20E40FC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00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876C5-BB14-5B9F-AEA7-571B21F0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786899-107B-9345-7CEA-CC6C2D00D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2C7E94-AA69-9A58-A42C-9B91A2AC5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405121-22A0-D2F4-85DD-03F8A509E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7113EA-A33A-9893-B65C-4B3D49E1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066014-EA69-6B72-9A5C-51333027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3CDB7D-3ED6-1F35-5D40-F054C5AB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2CC609-86CD-6C37-0681-5F052A8C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8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BC123-13FC-20C7-E5B2-5D09091D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F3CADB-DC24-BF9A-1006-5BC0914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25CAD6-D079-7EEF-381A-6ABC64AF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917417-6051-70DC-28B8-F724867C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5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924123-773B-20AB-A29D-B3756B8C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87DFC2-9E52-7E0D-63AC-5D7E59F1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B7913-C8D3-F21A-4154-465BB562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0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6E205-0F19-28D7-2506-51A6EB0A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2EEC9-C17C-A1EC-31B6-C89D7D882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E81235-DE9E-1601-EE9F-AA9A7FCD4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073F66-BFB7-AF60-D5DD-0EAB1B5F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A6AF1E-64DE-EA53-00D6-567D25EE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9D27E3-E9F9-7BFC-F37C-6478234F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35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CA5C4-EC41-1315-0A62-B6A923FB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E3A3F9-9B08-9E79-C66C-54B68A364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925487-74D7-224D-8E60-6D9ADD48E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BB1E6D-2D93-942B-EE57-653952EB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F81D1-44FF-CCD0-A082-886C9B95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5E97EE-89C7-B13A-8C75-52B882E1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30593-34B2-DD84-327A-76335521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27A80D-8E34-9682-15CD-48CC7290D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B16F1-6FE8-59EC-62E5-6F89D3BA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C4674-66D1-BEF1-3695-5A0C9F98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539B6-C176-A2A0-1856-CB8B14D9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74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37475B-9C91-155C-5307-122E1898D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1AB78-7556-953B-6AD2-810DDCC1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F2FAF-64AA-6C72-3C43-53171991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E7698-F010-01C3-A473-21ED0009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BE3E8-9C89-AD23-4FD6-62DFF5ED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138521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DF769E-8C36-3447-B1B7-598C0909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004CFB-63B9-9560-5200-03B3EDA68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10CDC-77BD-4BF2-2FE7-A9AC4E1AF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BE375-2B17-74C1-DAE5-7CE1A1487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B1923-559F-1F8D-C7B6-01BAFE376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6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B6B6-3DB2-6C77-8820-2A65E2A9F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470BEB-FB4C-21FC-526A-AB3EF6956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3165737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0E2B-907D-3B65-7094-F4D79C3F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0C5E1-7E0E-32E5-F854-954A78159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2A5500-8C23-97E6-100B-76F26731C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02902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A27F-D399-F9D4-2D36-9343813E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5602C-F082-728C-9F0E-B17B704B7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E62DB8-BCF5-5107-2D8C-6F39F22E1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732C07BF-AA76-77BB-C182-69E42D580DFD}"/>
              </a:ext>
            </a:extLst>
          </p:cNvPr>
          <p:cNvSpPr txBox="1"/>
          <p:nvPr/>
        </p:nvSpPr>
        <p:spPr>
          <a:xfrm>
            <a:off x="838200" y="590550"/>
            <a:ext cx="3269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sz="3200" b="1" dirty="0">
                <a:latin typeface="맑은 고딕" panose="02030609000101010101" pitchFamily="17" charset="-127"/>
                <a:ea typeface="궁서체" panose="02030609000101010101" pitchFamily="17" charset="-127"/>
              </a:rPr>
              <a:t>Inconsistently used font</a:t>
            </a:r>
            <a:endParaRPr lang="ko-KR" altLang="en-US" sz="3200" b="1" dirty="0"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43014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65D7-9D13-4A6F-91D2-21E73289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04CA6-2607-7209-D701-166406AC5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FA49A2-B1AA-DD9F-4993-F5C77E475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941413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BBD4-29B2-A16C-3EFB-98FC44A8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2C9A4-85BD-32FF-D161-F67C582CA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98E549-4B67-7971-996C-3E8117114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031493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HY동녘M</vt:lpstr>
      <vt:lpstr>궁서체</vt:lpstr>
      <vt:lpstr>맑은 고딕</vt:lpstr>
      <vt:lpstr>Arial</vt:lpstr>
      <vt:lpstr>Office 테마</vt:lpstr>
      <vt:lpstr>TEST TEXT</vt:lpstr>
      <vt:lpstr>TEST TEXT</vt:lpstr>
      <vt:lpstr>TEST TEXT</vt:lpstr>
      <vt:lpstr>TEST TEXT</vt:lpstr>
      <vt:lpstr>TEST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creator>김효빈</dc:creator>
  <lastModifiedBy>김효빈</lastModifiedBy>
  <revision>11</revision>
  <dcterms:created xsi:type="dcterms:W3CDTF">2025-10-10T10:07:34.0000000Z</dcterms:created>
  <dcterms:modified xsi:type="dcterms:W3CDTF">2025-12-03T11:27:03.3683117Z</dcterms:modified>
</coreProperties>
</file>