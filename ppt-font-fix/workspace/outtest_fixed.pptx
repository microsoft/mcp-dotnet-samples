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HY동녘M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김효빈</dc:creator>
  <lastModifiedBy>김효빈</lastModifiedBy>
  <revision>11</revision>
  <dcterms:created xsi:type="dcterms:W3CDTF">2025-10-10T10:07:34.0000000Z</dcterms:created>
  <dcterms:modified xsi:type="dcterms:W3CDTF">2025-12-04T12:46:45.1492787Z</dcterms:modified>
</coreProperties>
</file>