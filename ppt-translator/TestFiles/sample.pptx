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695"/>
  </p:normalViewPr>
  <p:slideViewPr>
    <p:cSldViewPr snapToGrid="0">
      <p:cViewPr varScale="1">
        <p:scale>
          <a:sx n="101" d="100"/>
          <a:sy n="101" d="100"/>
        </p:scale>
        <p:origin x="3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92371-7D88-D33E-21C5-2B07393B7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8BAC08-254A-0198-632C-BD56ED92E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2A63C8-67DE-4A94-3188-F5A70B419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25D366-B3E6-0DBA-13D2-87FD3A6A7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64E6A-6066-D735-274B-7526962FC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781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A3EAC-009E-3D38-47D4-0298FCDB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316C8-C558-5BC5-BD70-E6D266991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EE9734-1FED-31A3-E41A-C077EC4A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DC3B64-17E8-2FC7-B277-6354C1AA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D819E1-4F1E-3C04-C7B5-8FBBD48C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0513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F3BD4-73E0-AFA2-2E72-614DDA86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9A89FE-F7E9-908C-7BBA-99D362CA8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442A41-6540-4012-8435-9CBBA17E1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58A061-AEF0-6741-624E-2C81C282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AAD17-8A47-8DFD-177E-DF571512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2287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A2905-5FFA-65BD-D07D-EA0F80EB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AB5538-B016-B583-4617-ADE3659B6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B16106-F11F-6193-3ED9-CC7D75B28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6B86E7-477A-6636-9814-62BB41E11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53D3BD-83AE-58CC-77D9-F2F2724E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A6B8A6-8B1A-B558-A03A-10A5B1E1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61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A0EF7-415C-5DAC-B53C-CF310244F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91C844-2BDB-E3F8-9B28-A66A7274B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B512EF-6717-DC84-891F-BAED30CD5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AD632C-73F7-F93C-0F6B-D97EC3B46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F7AD83-7FA2-7680-14E0-FEC87A612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512B30-3C45-8C6F-E255-D73CF183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12193C-8214-D548-4312-7FE741D4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359364-0785-64E2-BB2A-907C894F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568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A0DA5-B03E-C415-4E7A-DDD7E8820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BEC832-64ED-C495-09A5-2E2735513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36ECD2-6BCE-0307-0262-4D5DF9292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AC3F5A-F2D5-275B-DEAF-A6911D39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5726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D2DEBD-D329-6ADF-78E5-A145E5B2A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8415787-8940-F1DB-F3B8-69933E72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D4C7A5-1D19-B8FC-9C22-85C6C5CB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887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159C2-70C5-5DD5-E8EC-0624D7693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F77559-DB2D-DDA3-30C1-03A6BB184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FF084C-B619-C7FD-D153-F250F2A64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395E92-1CA9-3BA8-CBBE-76DE22EC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E5CC8C-186F-A26C-70C6-05074274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57E7C6-EC93-E556-FA5F-53229E6CF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5793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5AA52-7408-09AD-4DAE-99D91700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765652-3128-E448-898B-27DA88B0F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49C48C-7182-138A-3D93-5296319FD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281CE5-D83E-8340-6508-41187E92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9952D8-E0DB-5F11-286E-CF4EFA5D7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733A97-1DF5-FD25-9EEF-AEC9C9C3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52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F259A-60D8-E9F1-78DC-A7B0D2A9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A0845B-419E-6561-A6EF-35DA98F2B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80BC62-3BBD-6DFB-7112-CD2974CBF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D5020-98D3-8B21-E0A2-9E8D8AD2F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7A7F4-37A5-FF6C-ED75-762780A38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0363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1FEB7D-BD48-0911-4902-21C354603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953168-D5DE-ED2C-07C4-AA43E52C7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986132-C413-8854-1A0F-31BDABCB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F134C1-9C9D-C7A8-63D4-9D0779361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425FC-169C-EE04-C7F3-F97FE65E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462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CD30AF-75C4-9E9C-CCC1-583DBE0D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82E2B6-2D22-54DC-0FCC-8B2EB31AB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FE724D-DE0C-16D2-957E-726F21701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D4AF20-4DC5-924B-A9CE-445A38BC4BE6}" type="datetimeFigureOut">
              <a:rPr kumimoji="1" lang="ko-KR" altLang="en-US" smtClean="0"/>
              <a:t>2025. 11. 4.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3CB920-EF7E-461E-BC23-56B4A2DB3A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04A265-70BC-250B-F8AA-56DC62611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105F2-8DDB-F94E-BA6F-33D0FD7FA0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758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2F67D-978C-EB77-4609-7CE11F710A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lorem1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5A8E4-C698-5FA3-AC7A-A858BC4D643C}"/>
              </a:ext>
            </a:extLst>
          </p:cNvPr>
          <p:cNvSpPr txBox="1"/>
          <p:nvPr/>
        </p:nvSpPr>
        <p:spPr>
          <a:xfrm>
            <a:off x="4851400" y="241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0B6F4-63D3-3A32-5D52-78385B09AF6F}"/>
              </a:ext>
            </a:extLst>
          </p:cNvPr>
          <p:cNvSpPr txBox="1"/>
          <p:nvPr/>
        </p:nvSpPr>
        <p:spPr>
          <a:xfrm>
            <a:off x="4876800" y="4508500"/>
            <a:ext cx="965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/>
              <a:t>Lorem2</a:t>
            </a:r>
          </a:p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6563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5FE9-0392-8360-3025-CDE6807D3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66C2B-0754-3828-E6F4-40C3A1809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ko-KR" dirty="0"/>
              <a:t>Ipsum</a:t>
            </a:r>
            <a:br>
              <a:rPr lang="en" altLang="ko-KR" dirty="0"/>
            </a:b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6341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CEA81-47A9-92D1-900F-822F307C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75587-2576-04DC-C850-93B62571A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ko-KR" dirty="0"/>
              <a:t>simply dummy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096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95402-F6ED-5D10-0523-FE6752919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E5C74-D064-8BD7-A1E6-D4FCC7022E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ko-KR" dirty="0"/>
              <a:t>text of the printing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61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7AC8E-562C-BED2-C54C-5B35830A9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9640B-BC8E-16F6-6A14-9561D5C65D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ko-KR" dirty="0"/>
              <a:t>and typesetting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7F20E-9AC0-DFC0-C3FC-B60954E0713C}"/>
              </a:ext>
            </a:extLst>
          </p:cNvPr>
          <p:cNvSpPr txBox="1"/>
          <p:nvPr/>
        </p:nvSpPr>
        <p:spPr>
          <a:xfrm>
            <a:off x="6368143" y="2971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7656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와이드스크린</PresentationFormat>
  <Paragraphs>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lorem1</vt:lpstr>
      <vt:lpstr>Ipsum </vt:lpstr>
      <vt:lpstr>simply dummy</vt:lpstr>
      <vt:lpstr>text of the printing</vt:lpstr>
      <vt:lpstr>and typesetting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김석현</dc:creator>
  <cp:lastModifiedBy>김석현</cp:lastModifiedBy>
  <cp:revision>4</cp:revision>
  <dcterms:created xsi:type="dcterms:W3CDTF">2025-10-12T19:13:14Z</dcterms:created>
  <dcterms:modified xsi:type="dcterms:W3CDTF">2025-11-03T15:11:18Z</dcterms:modified>
</cp:coreProperties>
</file>